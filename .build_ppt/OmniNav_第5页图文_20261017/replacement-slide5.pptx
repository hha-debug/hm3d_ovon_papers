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166747adb345b7" /><Relationship Type="http://schemas.openxmlformats.org/officeDocument/2006/relationships/extended-properties" Target="/docProps/app.xml" Id="Rc9494b51e8a04d73" /><Relationship Type="http://schemas.openxmlformats.org/officeDocument/2006/relationships/officeDocument" Target="/ppt/presentation.xml" Id="R72b6a21c8cb5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f69f02466144e5"/>
  </p:sldMasterIdLst>
  <p:notesMasterIdLst>
    <p:notesMasterId xmlns:r="http://schemas.openxmlformats.org/officeDocument/2006/relationships" r:id="R8c40aee90c3d4425"/>
  </p:notesMasterIdLst>
  <p:sldIdLst>
    <p:sldId xmlns:r="http://schemas.openxmlformats.org/officeDocument/2006/relationships" id="256" r:id="R04d37c0ea5e34d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45d15182104556" /><Relationship Type="http://schemas.openxmlformats.org/officeDocument/2006/relationships/slideMaster" Target="/ppt/slideMasters/slideMaster1.xml" Id="R37f69f02466144e5" /><Relationship Type="http://schemas.openxmlformats.org/officeDocument/2006/relationships/notesMaster" Target="/ppt/notesMasters/notesMaster1.xml" Id="R8c40aee90c3d4425" /><Relationship Type="http://schemas.openxmlformats.org/officeDocument/2006/relationships/presProps" Target="/ppt/presProps.xml" Id="R0ca2b493b4914806" /><Relationship Type="http://schemas.openxmlformats.org/officeDocument/2006/relationships/tableStyles" Target="/ppt/tableStyles.xml" Id="R36ccf6cf287e4ba6" /><Relationship Type="http://schemas.openxmlformats.org/officeDocument/2006/relationships/slide" Target="/ppt/slides/slide1.xml" Id="R04d37c0ea5e34d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9e2760357e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4719cd87e4632" /><Relationship Type="http://schemas.openxmlformats.org/officeDocument/2006/relationships/notesMaster" Target="/ppt/notesMasters/notesMaster1.xml" Id="R27ad39c6db81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niNav是分层与模块化协作的一种实现。第一步，读取导航目标、当前图像、带位姿的历史图像及地图前沿，形成任务与环境状态。完整慢系统另外依赖深度与里程计构图。第二步，慢系统在目标尚未出现时选择值得探索的前沿，目标已在当前或历史观测中出现时确定目标位置；以空间坐标作为Point-Goal接口传给快系统。第三步，快系统结合子目标、当前及近期视觉观测，由连续策略头生成未来5个航点，底层控制器负责实际移动。图中标作Diffusion Policy Head，正文实现采用Flow Matching。第四步，执行后更新图像、位姿、地图与探索状态，快系统滚动调整局部航点，到达子目标或需要重规划时重新进行高层选择。快慢系统共享VLM参数，分层指职责与决策尺度，不意味着两个完全独立训练的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例如寻找洗碗机：先判断当前和历史是否看见目标，未见则选择厨房方向的探索前沿，快系统生成局部航点；获得洗碗机的新观察后，将子目标更新为目标位置并继续接近。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来源：05_视觉语言动作决策与视频记忆/read-OmniNav.md；OmniNav §3，Fig.1，式(1)–(4)。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1463864c247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e09ffd87a4c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2b4cb54eb48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759fabae0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bfc8aa1f84f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e1ecec5bc45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017227-EC29-4D54-9E9F-F0E1460DF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C86314-1BD6-482D-9E81-CF97FF9884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1D9B6E-2DCD-49B7-A0BA-FC21EBAB1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D87E27-0F50-4AA5-9FAA-A55F59E9C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194A0F-8964-46C0-B41C-4ACD2D511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6D3671-03B3-46D2-BE75-A38AEF73B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083524-38D6-4CC9-B0F4-0E5F8C8DB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926FEA-08F1-43D3-ACE0-43A44C733F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DDCE98-9BF4-46AB-A9DD-3C2831D93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AA53E-8D15-471A-BA55-CAEDD5900C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e75fd032a74e0a" /><Relationship Type="http://schemas.openxmlformats.org/officeDocument/2006/relationships/slideLayout" Target="/ppt/slideLayouts/slideLayout1.xml" Id="R01d5fab3eb4e45a1" /><Relationship Type="http://schemas.openxmlformats.org/officeDocument/2006/relationships/slideLayout" Target="/ppt/slideLayouts/slideLayout2.xml" Id="R53dfee5add394e66" /><Relationship Type="http://schemas.openxmlformats.org/officeDocument/2006/relationships/slideLayout" Target="/ppt/slideLayouts/slideLayout3.xml" Id="Rdd5c2e42c27f44fb" /><Relationship Type="http://schemas.openxmlformats.org/officeDocument/2006/relationships/slideLayout" Target="/ppt/slideLayouts/slideLayout4.xml" Id="R99280949e7194706" /><Relationship Type="http://schemas.openxmlformats.org/officeDocument/2006/relationships/slideLayout" Target="/ppt/slideLayouts/slideLayout5.xml" Id="R8aee08c6c5204705" /><Relationship Type="http://schemas.openxmlformats.org/officeDocument/2006/relationships/slideLayout" Target="/ppt/slideLayouts/slideLayout6.xml" Id="R8fed104d27d1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d5fab3eb4e45a1"/>
    <p:sldLayoutId xmlns:r="http://schemas.openxmlformats.org/officeDocument/2006/relationships" id="2147483650" r:id="R53dfee5add394e66"/>
    <p:sldLayoutId xmlns:r="http://schemas.openxmlformats.org/officeDocument/2006/relationships" id="2147483651" r:id="Rdd5c2e42c27f44fb"/>
    <p:sldLayoutId xmlns:r="http://schemas.openxmlformats.org/officeDocument/2006/relationships" id="2147483652" r:id="R99280949e7194706"/>
    <p:sldLayoutId xmlns:r="http://schemas.openxmlformats.org/officeDocument/2006/relationships" id="2147483653" r:id="R8aee08c6c5204705"/>
    <p:sldLayoutId xmlns:r="http://schemas.openxmlformats.org/officeDocument/2006/relationships" id="2147483654" r:id="R8fed104d27d1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8494de62b47be" /><Relationship Type="http://schemas.openxmlformats.org/officeDocument/2006/relationships/image" Target="/ppt/media/image.png" Id="R5b50ddee79634676" /><Relationship Type="http://schemas.openxmlformats.org/officeDocument/2006/relationships/notesSlide" Target="/ppt/notesSlides/notesSlide1.xml" Id="Radde4ca17360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47A404-6917-48D2-9B80-60729EE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OmniNav：快慢系统的接口</a:t>
            </a:r>
          </a:p>
        </p:txBody>
      </p:sp>
      <p:sp>
        <p:nvSpPr>
          <p:cNvPr id="2" name="以子目标坐标衔接全局规划与局部执行">
            <a:extLst xmlns:a="http://schemas.openxmlformats.org/drawingml/2006/main">
              <a:ext uri="{FF2B5EF4-FFF2-40B4-BE49-F238E27FC236}">
                <a16:creationId xmlns:a16="http://schemas.microsoft.com/office/drawing/2014/main" id="{A58A0E06-8C35-4A89-A34E-DB6C99A0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以子目标坐标衔接全局规划与局部执行</a:t>
            </a:r>
          </a:p>
        </p:txBody>
      </p:sp>
      <p:sp>
        <p:nvSpPr>
          <p:cNvPr id="3" name="快慢系统通过子目标坐标协作">
            <a:extLst xmlns:a="http://schemas.openxmlformats.org/drawingml/2006/main">
              <a:ext uri="{FF2B5EF4-FFF2-40B4-BE49-F238E27FC236}">
                <a16:creationId xmlns:a16="http://schemas.microsoft.com/office/drawing/2014/main" id="{54A3CDE2-C597-402E-AED4-16EE3DC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快慢系统通过子目标坐标协作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5AE7C-A054-4DD0-823C-D47A147272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0ddee79634676"/>
          <a:stretch xmlns:a="http://schemas.openxmlformats.org/drawingml/2006/main"/>
        </p:blipFill>
        <p:spPr>
          <a:xfrm xmlns:a="http://schemas.openxmlformats.org/drawingml/2006/main">
            <a:off x="609600" y="2270717"/>
            <a:ext cx="5257800" cy="2754716"/>
          </a:xfrm>
          <a:prstGeom xmlns:a="http://schemas.openxmlformats.org/drawingml/2006/main" prst="rect">
            <a:avLst/>
          </a:prstGeom>
        </p:spPr>
      </p:pic>
      <p:sp>
        <p:nvSpPr>
          <p:cNvPr id="5" name="慢系统确定下一探索点或目标位置。&#10;快系统把子目标转换为连续航">
            <a:extLst xmlns:a="http://schemas.openxmlformats.org/drawingml/2006/main">
              <a:ext uri="{FF2B5EF4-FFF2-40B4-BE49-F238E27FC236}">
                <a16:creationId xmlns:a16="http://schemas.microsoft.com/office/drawing/2014/main" id="{B4DC048B-86BE-4507-9691-917E26BB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慢系统确定下一探索点或目标位置。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快系统把子目标转换为连续航点。</a:t>
            </a:r>
          </a:p>
        </p:txBody>
      </p:sp>
      <p:sp>
        <p:nvSpPr>
          <p:cNvPr id="6" name="快慢系统共享 VLM 参数">
            <a:extLst xmlns:a="http://schemas.openxmlformats.org/drawingml/2006/main">
              <a:ext uri="{FF2B5EF4-FFF2-40B4-BE49-F238E27FC236}">
                <a16:creationId xmlns:a16="http://schemas.microsoft.com/office/drawing/2014/main" id="{59ADE319-A2F2-434C-B702-70FD5E8E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快慢系统共享 VLM 参数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92046A24-8DA5-4831-830E-8E6E096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理解任务与当前状态">
            <a:extLst xmlns:a="http://schemas.openxmlformats.org/drawingml/2006/main">
              <a:ext uri="{FF2B5EF4-FFF2-40B4-BE49-F238E27FC236}">
                <a16:creationId xmlns:a16="http://schemas.microsoft.com/office/drawing/2014/main" id="{9309DA66-3ECC-4148-BCFF-0C29520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64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理解任务与当前状态</a:t>
            </a:r>
          </a:p>
        </p:txBody>
      </p:sp>
      <p:sp>
        <p:nvSpPr>
          <p:cNvPr id="9" name="读取目标、当前与历史图像、位姿&#10;及探索前沿，判断目标是否出现">
            <a:extLst xmlns:a="http://schemas.openxmlformats.org/drawingml/2006/main">
              <a:ext uri="{FF2B5EF4-FFF2-40B4-BE49-F238E27FC236}">
                <a16:creationId xmlns:a16="http://schemas.microsoft.com/office/drawing/2014/main" id="{D0D0DCF7-7F5F-40C4-9397-38F8FD17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读取目标、当前与历史图像、位姿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及探索前沿，判断目标是否出现。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40ADA02E-D8CB-477B-BA1F-3B42F109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选择接口与子目标">
            <a:extLst xmlns:a="http://schemas.openxmlformats.org/drawingml/2006/main">
              <a:ext uri="{FF2B5EF4-FFF2-40B4-BE49-F238E27FC236}">
                <a16:creationId xmlns:a16="http://schemas.microsoft.com/office/drawing/2014/main" id="{ED62E281-DB5E-40C9-9890-9D7C6B9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464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选择接口与子目标</a:t>
            </a:r>
          </a:p>
        </p:txBody>
      </p:sp>
      <p:sp>
        <p:nvSpPr>
          <p:cNvPr id="12" name="未见目标选前沿，已见目标选位置。&#10;慢系统将坐标以 Point">
            <a:extLst xmlns:a="http://schemas.openxmlformats.org/drawingml/2006/main">
              <a:ext uri="{FF2B5EF4-FFF2-40B4-BE49-F238E27FC236}">
                <a16:creationId xmlns:a16="http://schemas.microsoft.com/office/drawing/2014/main" id="{24AF9696-1630-4C09-9EAF-C30922DE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未见目标选前沿，已见目标选位置。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慢系统将坐标以 Point-Goal 传给快系统。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F75A0D5E-8FF4-4E03-B024-29E9019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执行专门模块">
            <a:extLst xmlns:a="http://schemas.openxmlformats.org/drawingml/2006/main">
              <a:ext uri="{FF2B5EF4-FFF2-40B4-BE49-F238E27FC236}">
                <a16:creationId xmlns:a16="http://schemas.microsoft.com/office/drawing/2014/main" id="{46F1EA6A-9417-4F29-83BE-41D938A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464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执行专门模块</a:t>
            </a:r>
          </a:p>
        </p:txBody>
      </p:sp>
      <p:sp>
        <p:nvSpPr>
          <p:cNvPr id="15" name="快系统结合子目标和近期观测，&#10;生成未来5个连续航点，由控制器">
            <a:extLst xmlns:a="http://schemas.openxmlformats.org/drawingml/2006/main">
              <a:ext uri="{FF2B5EF4-FFF2-40B4-BE49-F238E27FC236}">
                <a16:creationId xmlns:a16="http://schemas.microsoft.com/office/drawing/2014/main" id="{F647B0BC-A709-481B-A626-947A2B61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快系统结合子目标和近期观测，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生成未来5个连续航点，由控制器执行。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F93EC00B-0149-4DF8-BC37-3C02D5E3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44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接收执行反馈">
            <a:extLst xmlns:a="http://schemas.openxmlformats.org/drawingml/2006/main">
              <a:ext uri="{FF2B5EF4-FFF2-40B4-BE49-F238E27FC236}">
                <a16:creationId xmlns:a16="http://schemas.microsoft.com/office/drawing/2014/main" id="{CB7210D3-4DB8-4D02-A562-C91C96FB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33975"/>
            <a:ext cx="464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接收执行反馈</a:t>
            </a:r>
          </a:p>
        </p:txBody>
      </p:sp>
      <p:sp>
        <p:nvSpPr>
          <p:cNvPr id="18" name="移动后更新图像、位姿与探索状态。&#10;到达子目标或需重规划时，再">
            <a:extLst xmlns:a="http://schemas.openxmlformats.org/drawingml/2006/main">
              <a:ext uri="{FF2B5EF4-FFF2-40B4-BE49-F238E27FC236}">
                <a16:creationId xmlns:a16="http://schemas.microsoft.com/office/drawing/2014/main" id="{550D3E9F-28E3-4929-9682-F64DA11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移动后更新图像、位姿与探索状态。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到达子目标或需重规划时，再选下一处。</a:t>
            </a:r>
          </a:p>
        </p:txBody>
      </p:sp>
      <p:sp>
        <p:nvSpPr>
          <p:cNvPr id="1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B9B11B4-3454-46C2-9891-C924D67F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来源：OmniNav，图1（PDF第4页）及第3节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526AC2-583E-4DC9-BE67-EFA3B8E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5915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2026-10-17T14:08:55.2280000Z</dcterms:created>
  <dcterms:modified xsi:type="dcterms:W3CDTF">2026-10-17T14:08:55.2280000Z</dcterms:modified>
</coreProperties>
</file>